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D1C24"/>
                </a:solidFill>
              </a:rPr>
              <a:t>AMD Kria KV260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Vision Robot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</a:rPr>
              <a:t>From Zero to Face-Detection + Servo Control in One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</a:rPr>
              <a:t>KV260  ·  Elegoo Mega 2560  ·  Ubuntu 24.04  ·  Python  ·  OpenCV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🔧 Hardware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CCCC"/>
                </a:solidFill>
              </a:rPr>
              <a:t>All components and how they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73152" cy="5029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</a:rPr>
              <a:t>🧠  KV260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371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AMD Kria KV260 — ARM Cortex-A53 + FPGA DPU  |  IP: 192.168.68.60  |  Ubuntu 24.04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5029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9B6F6"/>
                </a:solidFill>
              </a:rPr>
              <a:t>⚡  Elegoo Mega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945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Arduino Mega 2560 compatible — runs motor/servo control sketch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17520"/>
            <a:ext cx="73152" cy="5029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17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D00"/>
                </a:solidFill>
              </a:rPr>
              <a:t>🔌  L298P Shield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175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4-channel motor driver — plugs ON TOP of Mega  |  2A per channel  |  screw terminals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73152" cy="5029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40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53"/>
                </a:solidFill>
              </a:rPr>
              <a:t>⚙️  TT DC Motors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840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2x TT Gear Motors (1:48 ratio, 3-6V)  +  wheels — press fit onto shaft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663440"/>
            <a:ext cx="73152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663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600"/>
                </a:solidFill>
              </a:rPr>
              <a:t>📷  USB Webcam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663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Logitech UVC  |  /dev/video0  |  640×480  |  live inference at 12fps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486400"/>
            <a:ext cx="731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4864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🎛️  Elegoo Kit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486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SG90 Servo  ·  HC-SR04 Ultrasonic  ·  IR Remote  ·  GY-521 IMU — all reused!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🏗️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CCCC"/>
                </a:solidFill>
              </a:rPr>
              <a:t>Full signal flow from camera to wheels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926080"/>
            <a:ext cx="2011680" cy="100584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971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📷 USB Webcam
/dev/video0
640×480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926080"/>
            <a:ext cx="2286000" cy="10058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2971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🧠 KV260
Python + OpenCV
Face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2926080"/>
            <a:ext cx="2286000" cy="10058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2971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⚡ Elegoo Mega
Arduino Sketch
9600 baud serial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377440"/>
            <a:ext cx="1645920" cy="9144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4231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⚙️ Left
Motor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3566160"/>
            <a:ext cx="1645920" cy="9144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3611879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⚙️ Right
Motor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32720" y="2377440"/>
            <a:ext cx="1554480" cy="914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78440" y="2423160"/>
            <a:ext cx="1463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🛞 Left
Wheel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3566160"/>
            <a:ext cx="1554480" cy="914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3611879"/>
            <a:ext cx="1463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🛞 Right
Wheel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3429000"/>
            <a:ext cx="5486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12080" y="3429000"/>
            <a:ext cx="457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955279" y="2834640"/>
            <a:ext cx="457201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55279" y="4023360"/>
            <a:ext cx="457201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283464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058400" y="402336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37744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frames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serial
/dev/ttyACM0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PWM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749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PWM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1828800"/>
            <a:ext cx="2286000" cy="54864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6D00"/>
                </a:solidFill>
              </a:rPr>
              <a:t>L298P Motor Shield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🔌 USB Cable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5486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🔋 AA Batteries → Shield → Motors
🔌 Wall Adapter → KV260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✅ Proven Working —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CCCC"/>
                </a:solidFill>
              </a:rPr>
              <a:t>Everything achieved in a single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457200" cy="457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SSH from Windows PowerShell → KV260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Fixed Sysnative path issue, added alias to PS profile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67128"/>
            <a:ext cx="457200" cy="457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1214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Serial link: KV260 ↔ Elegoo Mega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/dev/ttyACM0 at 9600 baud — Hello from Elegoo confirmed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71216"/>
            <a:ext cx="457200" cy="457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82549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254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Servo control from KV260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638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Python pyserial sends angles 0→90→180, servo moves on command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75304"/>
            <a:ext cx="457200" cy="457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52958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295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USB Webcam detected on KV260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67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Logitech UVC on /dev/video0, 640×480 resolution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79392"/>
            <a:ext cx="457200" cy="457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2336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336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Live object detection — MobileNetV2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~83ms/frame (12fps) on ARM CPU, detects couch/desk/person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983479"/>
            <a:ext cx="457200" cy="457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93775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377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Face detection — Haar Cascade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760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OpenCV built-in, reliable at 1-2m distance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87568"/>
            <a:ext cx="457200" cy="457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6418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FULL PIPELINE: Face → Serial → Servo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8017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Webcam sees face → KV260 → Mega → servo sweeps 0→90→180→90→0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🗺️ 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CCCC"/>
                </a:solidFill>
              </a:rPr>
              <a:t>CPU-first approach — DPU when 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011680" cy="5943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447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✅ Phase 0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371600"/>
            <a:ext cx="1371600" cy="59436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44475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C853"/>
                </a:solidFill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SSH · Serial · Servo · Webcam · Face Detection · Servo Sweep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67128"/>
            <a:ext cx="2011680" cy="59436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240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🔜 Phase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167128"/>
            <a:ext cx="1371600" cy="59436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240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9B6F6"/>
                </a:solidFill>
              </a:rPr>
              <a:t>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25856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Motor control — KV260 drives 2x DC motors via L298P shield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62656"/>
            <a:ext cx="2011680" cy="59436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0358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🔜 Phase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2962656"/>
            <a:ext cx="1371600" cy="59436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30358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9B6F6"/>
                </a:solidFill>
              </a:rPr>
              <a:t>PENDING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05409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IR Remote control — drive robot with Elegoo IR remote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58183"/>
            <a:ext cx="2011680" cy="59436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831335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🔜 Phase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758183"/>
            <a:ext cx="1371600" cy="59436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831335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9B6F6"/>
                </a:solidFill>
              </a:rPr>
              <a:t>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849623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Obstacle avoidance — HC-SR04 ultrasonic sensor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553712"/>
            <a:ext cx="2011680" cy="59436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62686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🔜 Phase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4553712"/>
            <a:ext cx="1371600" cy="59436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62686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9B6F6"/>
                </a:solidFill>
              </a:rPr>
              <a:t>PENDING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64515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Live webcam object detection on moving robot (CPU, 12fps)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349240"/>
            <a:ext cx="2011680" cy="59436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4223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🚀 Phase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5349240"/>
            <a:ext cx="1371600" cy="59436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542239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6D00"/>
                </a:solidFill>
              </a:rPr>
              <a:t>FUTURE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544067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YOLO on DPU — real-time 30fps AI vision (needs Ubuntu 22.04)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* Phases 1-4 run on Ubuntu 24.04 CPU only — no new microSD needed until Phase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🛒 Shopping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CCCC"/>
                </a:solidFill>
              </a:rPr>
              <a:t>Everything needed — under $50 to get motors spinning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600"/>
                </a:solidFill>
              </a:rPr>
              <a:t>Microcenter Santa Clara — 5201 Stevens Creek Blvd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6858000" cy="4572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842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L298P 4-Channel Motor Drive 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842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53"/>
                </a:solidFill>
              </a:rPr>
              <a:t>~$30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842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Confirmed in stock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6858000" cy="4572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MicroSD Card 32GB+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5786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53"/>
                </a:solidFill>
              </a:rPr>
              <a:t>~$10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786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For Ubuntu 22.04 flash (Phase 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D00"/>
                </a:solidFill>
              </a:rPr>
              <a:t>Amazon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6858000" cy="4572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04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DIYmall 2x TT DC Gear Motor + 2 Wheels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9044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53"/>
                </a:solidFill>
              </a:rPr>
              <a:t>~$10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04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Initial desk test — no chassis needed yet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6858000" cy="4572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988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XiaoR Geek Aluminum Tank Chassis 2WD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4988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53"/>
                </a:solidFill>
              </a:rPr>
              <a:t>~$40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4988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Future — after motors verified working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6858000" cy="4572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0932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12V USB-C PD Power Bank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0932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53"/>
                </a:solidFill>
              </a:rPr>
              <a:t>~$40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0932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Future — for untethered robot operation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23560"/>
            <a:ext cx="6858000" cy="4572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687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Raspberry Pi Camera 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6875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53"/>
                </a:solidFill>
              </a:rPr>
              <a:t>~$25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687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Future — for DPU-accelerated vision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600"/>
                </a:solidFill>
              </a:rPr>
              <a:t>Immediate total: ~$50   |   Full robot total: ~$155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🎯 Face Detection + Servo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CCCC"/>
                </a:solidFill>
              </a:rPr>
              <a:t>Working today — no DPU needed!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How it works: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65960"/>
            <a:ext cx="411480" cy="4572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933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9B6F6"/>
                </a:solidFill>
              </a:rPr>
              <a:t>Webcam captures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/dev/video0  →  640×480 image every 0.5s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70048"/>
            <a:ext cx="411480" cy="4572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9B6F6"/>
                </a:solidFill>
              </a:rPr>
              <a:t>Convert to grayscale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0837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cv2.cvtColor(frame, COLOR_BGR2GRAY)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74136"/>
            <a:ext cx="411480" cy="457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015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7413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1C24"/>
                </a:solidFill>
              </a:rPr>
              <a:t>Haar Cascade face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7124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haarcascade_frontalface_default.xml  |  minNeighbors=3  |  minSize=30×30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78224"/>
            <a:ext cx="411480" cy="457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10565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782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</a:rPr>
              <a:t>Face found?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4165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YES → trigger servo sweep  |  NO → keep scanning silently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82312"/>
            <a:ext cx="411480" cy="4572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8097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7823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D00"/>
                </a:solidFill>
              </a:rPr>
              <a:t>Send angle commands to Mega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pyserial → /dev/ttyACM0  |  0 → 90 → 180 → 90 → 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486400"/>
            <a:ext cx="411480" cy="4572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5138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486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0"/>
                </a:solidFill>
              </a:rPr>
              <a:t>Mega moves servo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824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servo_test.ino  |  Serial.parseInt()  |  myServo.write(angle)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172200"/>
            <a:ext cx="11338560" cy="411480"/>
          </a:xfrm>
          <a:prstGeom prst="rect">
            <a:avLst/>
          </a:prstGeom>
          <a:solidFill>
            <a:srgbClr val="0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1996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</a:rPr>
              <a:t>✅  Result: Face detected → servo sweeps 0→90→180→90→0 every 10 seconds. No face → stays still.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🚀 Ultimate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CCCC"/>
                </a:solidFill>
              </a:rPr>
              <a:t>Autonomous vision robot powered by AMD DPU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Final Robot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3200400" cy="5943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E2E"/>
                </a:solidFill>
              </a:rPr>
              <a:t>👁️ 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21284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Camera captures live video → KV260 DPU runs YOLO at 30fps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80360"/>
            <a:ext cx="3200400" cy="59436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E2E"/>
                </a:solidFill>
              </a:rPr>
              <a:t>🧠  Thinks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99008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Detects: person / obstacle / object — decides what to 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57600"/>
            <a:ext cx="3200400" cy="5943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E2E"/>
                </a:solidFill>
              </a:rPr>
              <a:t>⚙️  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76732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Sends motor commands → Mega → wheels move accordingly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34840"/>
            <a:ext cx="3200400" cy="59436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5262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E2E"/>
                </a:solidFill>
              </a:rPr>
              <a:t>🔄  Reacts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5445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Follow person · avoid obstacle · drive toward target object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12079"/>
            <a:ext cx="3200400" cy="5943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30351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E2E"/>
                </a:solidFill>
              </a:rPr>
              <a:t>📡 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321807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IR remote override · ROS2 navigation · autonomous exploration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035040"/>
            <a:ext cx="11338560" cy="59436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80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💡  Think of it as a mini self-driving car — camera eyes, FPGA brain, Arduino muscles.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