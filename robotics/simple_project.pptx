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Face Detection → Servo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CCCC"/>
                </a:solidFill>
              </a:rPr>
              <a:t>Using AMD Kria KV260 + Elegoo Mega 2560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</a:rPr>
              <a:t>A working demo — built in one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📡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0"/>
            <a:ext cx="1828800" cy="109728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83464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📷
USB Webcam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743200"/>
            <a:ext cx="2286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834640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🧠
KV260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2743200"/>
            <a:ext cx="2286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834640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👤
Face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2743200"/>
            <a:ext cx="2286000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834640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⚡
Elegoo Mega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0" y="2743200"/>
            <a:ext cx="822960" cy="10972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92840" y="2834640"/>
            <a:ext cx="731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🔄
Servo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776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/dev/video0
640×480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Ubuntu 24.04
Python + 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Haar Cascade
~83ms per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Arduino Sketch
/dev/ttyACM0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397763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Pin 9
SG90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⚙️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457200" cy="54864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</a:rPr>
              <a:t>Webcam captures a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6420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USB webcam plugged into KV260  →  /dev/video0  →  640×480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457200" cy="54864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</a:rPr>
              <a:t>Convert to grayscale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OpenCV converts color frame to grayscale for faster face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39"/>
            <a:ext cx="45720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260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035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1C24"/>
                </a:solidFill>
              </a:rPr>
              <a:t>Run Haar Cascade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1868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OpenCV built-in face model scans the frame — no GPU or DPU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79"/>
            <a:ext cx="457200" cy="5486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59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</a:rPr>
              <a:t>Face found?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959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YES → send sweep command to Mega  |  NO → wait and scan again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457200" cy="5486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805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</a:rPr>
              <a:t>Send angles over USB serial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Python pyserial writes 0, 90, 180, 90, 0 to /dev/ttyACM0 at 9600 baud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457200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257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Servo sweeps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504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Elegoo Mega reads angles → moves SG90 servo — repeats every 10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🔌 Hardware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286000" cy="9144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📷 USB Webcam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↓ USB cable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2286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🧠 KV260
192.168.68.60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↓ USB cable (/dev/ttyACM0)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2286000" cy="9144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⚡ Elegoo Mega 2560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286000"/>
            <a:ext cx="5029200" cy="3200400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</a:rPr>
              <a:t>🔌 Servo Wiring (SG90 → Mega)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017520"/>
            <a:ext cx="1645920" cy="502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0906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Brown wire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090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090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GND pin on Mega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3749039"/>
            <a:ext cx="1645920" cy="5029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8221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Red wire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82219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5V pin on Mega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4480560"/>
            <a:ext cx="1645920" cy="502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4553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Orange wire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553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5537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Pin 9 on Mega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5120640"/>
            <a:ext cx="5029200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5257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🔄 SG90 Servo  (sweeps 0 → 90 → 180 → 90 → 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286000"/>
            <a:ext cx="2926080" cy="3749039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💡 Key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Serial baud: 9600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369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chmod 666 /dev/ttyACM0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6393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vitis-env python3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041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Wait 3s after serial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443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  open (Mega boot)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46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Stand 1-2m from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2486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  webcam for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6509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Only 1 script can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6053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  serial at a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✅ Demo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What happens when you walk in front of the camera: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73152" cy="5943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53"/>
                </a:solidFill>
              </a:rPr>
              <a:t>✅ Face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2996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"Face detected! (1 face(s))" — printed every 0.5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88920"/>
            <a:ext cx="73152" cy="5943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D00"/>
                </a:solidFill>
              </a:rPr>
              <a:t>🔄 Servo sweeps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9864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0° → 90° → 180° → 90° → 0°  —  smooth sweep in ~4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5943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9B6F6"/>
                </a:solidFill>
              </a:rPr>
              <a:t>⏱️ Every 10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6732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While face is visible, servo re-sweeps every 10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79"/>
            <a:ext cx="73152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177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</a:rPr>
              <a:t>😶 No face → silent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636007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When you walk away — servo stays still, camera keeps scanning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73152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CCCC"/>
                </a:solidFill>
              </a:rPr>
              <a:t>📊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50468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~83ms per frame on ARM CPU  ·  ~12fps  ·  no GPU/DPU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00800"/>
            <a:ext cx="11338560" cy="320040"/>
          </a:xfrm>
          <a:prstGeom prst="rect">
            <a:avLst/>
          </a:prstGeom>
          <a:solidFill>
            <a:srgbClr val="0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</a:rPr>
              <a:t>🎉  Full pipeline working: Webcam → KV260 → Face Detection → Serial → Elegoo Mega → Servo Sweep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